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>
                <a:solidFill>
                  <a:srgbClr val="9FC4E8"/>
                </a:solidFill>
                <a:latin typeface="Segoe UI"/>
              </a:rPr>
              <a:t>MODULE 2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Generative AI and Agents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C9DCF0"/>
                </a:solidFill>
                <a:latin typeface="Segoe UI"/>
              </a:rPr>
              <a:t>LLMs · transformers · model catalog · playgrounds · Foundry Agent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9AB8"/>
                </a:solidFill>
                <a:latin typeface="Segoe UI"/>
              </a:rPr>
              <a:t>AI-901 Faculty Study Kit · original content from public Microsoft Learn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What is generative 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Generates responses from natural-language prompts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Output types: natural language (text/speech), images &amp; video, code (Python, C#, SQL, …)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Applications: smart chatbots, creative assistants, and the foundation for agentic AI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Powered by large language models (LLMs); small language models (SLMs) fit devices and constrained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How language models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nsformer-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20" y="1417320"/>
            <a:ext cx="9538854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Transformer architecture: tokens → embeddings → attention → next-token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Transformer vocabulary — exam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Token — unit of text (word / word-part) the model processes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Embedding — vector representation of a token capturing semantic meaning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Attention — weighs relationships between each token and the tokens around it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Semantically similar tokens have similar vector directions (dog + young ≈ puppy)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The model repeatedly predicts the most probable next token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What are agents?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nt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417320"/>
            <a:ext cx="932688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Model + instructions + tools — tools provide knowledge (grounding) and actions (automation)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Foundry Models — the 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Central hub to discover, filter, compare and deploy models from multiple providers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Sold directly by Microsoft (billed via your Azure subscription) — includes Azure OpenAI models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Partner &amp; community models from trusted third-party providers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Deployment considerations: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Deployment type — where data is processed and how you pay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Version — model version and auto-update policy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Rate limits — maximum tokens-per-minute (TPM)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Guardrails — responsible-AI content policies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Using a generative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Model playground — test prompts, compare models, capture working settings before coding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OpenAI-compatible APIs / SDKs — consume the model from application code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Shape behavior with three levers: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Instructions (system prompt) — context and guidelines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Input (user prompt) — explicit, detailed requests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Parameters — temperature ('creativity'), response length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Pattern: OpenAI(base_url=endpoint, api_key=key) → client.responses.create(model=deployment, input=prompt)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Creating agents — Foundry Agent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Save a model configuration as a named agent, or build one directly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Add tools — knowledge (file search, web, data) and actions (connected services, code)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Experiment and test in the agent playground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Connect from code with the Foundry Project API: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AIProjectClient(endpoint, DefaultAzureCredential()) — project connection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project.agents.get('name') — fetch the agent definition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openai_client.responses.create(input=…, extra_body={'agent': …}) — THIS submits the prompt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Summary &amp; exam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LLM = model designed to generate human-like text; embeddings = semantic vectors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Playground helps you experiment — it does not replace deployment or the API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Know all four deployment considerations: type, version, rate limits, guardrails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responses.create() is the line that actually sends a prompt to a model or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B"/>
                </a:solidFill>
                <a:latin typeface="Segoe UI"/>
              </a:rPr>
              <a:t>➜ Next: Module 3 — NLP &amp; text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