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sz="1600" b="0">
                <a:solidFill>
                  <a:srgbClr val="9FC4E8"/>
                </a:solidFill>
                <a:latin typeface="Segoe UI"/>
              </a:rPr>
              <a:t>AI-901 · INTRODUCTION TO AI IN AZURE</a:t>
            </a:r>
          </a:p>
          <a:p>
            <a:pPr>
              <a:spcAft>
                <a:spcPts val="14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Course Overview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C9DCF0"/>
                </a:solidFill>
                <a:latin typeface="Segoe UI"/>
              </a:rPr>
              <a:t>What we cover, how the exam works, and how to use this 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035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E9AB8"/>
                </a:solidFill>
                <a:latin typeface="Segoe UI"/>
              </a:rPr>
              <a:t>AI-901 Faculty Study Kit · original content from public Microsoft Learn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About this course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Builds awareness of common AI workloads and how Microsoft Foundry supports them in Azure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Aimed at everyone — not just data scientists or professional developers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Six modules: AI in Azure · Generative AI &amp; agents · Text analysis · Speech · Computer vision · Information extraction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Each module pairs concepts (how it works) with implementation (how to build it in Foundry)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Official learning content: https://aka.ms/mslearn-ai-901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Exam AI-901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Two skill areas measured: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B6B7B"/>
                </a:solidFill>
                <a:latin typeface="Segoe UI"/>
              </a:rPr>
              <a:t>– Identify AI concepts and capabilities — ~40% of questions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B6B7B"/>
                </a:solidFill>
                <a:latin typeface="Segoe UI"/>
              </a:rPr>
              <a:t>– Implement AI solutions with Microsoft Foundry — ~60% of questions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Prepare with: study guide, exam prep videos, the exam sandbox, and practice assessments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Fundamentals certifications do not expire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This kit adds 12 section quizzes + 2 full timed mock exams (see index.html)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How to use this kit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Read the module notes (modules/ folder) — every diagram is in the deck and the PDF too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Present decks 1–6 in order; each ends with exam pointers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After each module, run the matching 30-question quiz (portal, timed, explanations included)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Finish with the two 45-question mixed mock exams under real-exam timing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Complete course PDF: pdf/AI-901-Complete-Course.pdf for offline study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324F"/>
                </a:solidFill>
                <a:latin typeface="Segoe UI"/>
              </a:rPr>
              <a:t>Summary &amp; exam pointers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2926080" cy="508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200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AI-901 replaces the retired AI-900 focus with a Microsoft Foundry-centric syllabus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60% of the exam is implementation — hands-on Foundry familiarity matters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6324F"/>
                </a:solidFill>
                <a:latin typeface="Segoe UI"/>
              </a:rPr>
              <a:t>• Every module in this kit maps 1:1 to an official Microsoft Learn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5CAB"/>
                </a:solidFill>
                <a:latin typeface="Segoe UI"/>
              </a:rPr>
              <a:t>➜ Start with Module 1 — AI concepts &amp; getting started with AI in Azure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