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3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Natural Language Processing &amp; Text Analysis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NLP tasks · pre-processing · statistical vs semantic · Azure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What is NLP?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Inferring meaning from text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Core tasks: key-term extraction, named entity recognition, text classification (incl. sentiment), summarization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Azure Language adds: PII extraction &amp; redaction, language detection, Text Analytics for Health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Use cases: search indexing, PII redaction, chatbot intent prediction, spam filtering, social media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Text pre-processing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lp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Tokenization → normalization → stop-word removal → stemming/lemmatization → POS tagging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Statistical text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Term Frequency (TF) — the most common tokens indicate key topics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TF-IDF — importance of a word in one document relative to the whole collection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Bag-of-Words — word-set frequencies drive classification (happy/great/fantastic → positive)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TextRank — sentence relevance scoring (PageRank idea); powers extractive summarization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Semantic models vectorize tokens as embeddings — the basis of modern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Choosing the right method in Foundry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xt-analysis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87" y="1417320"/>
            <a:ext cx="912412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Flexible prompting vs deterministic structured output with confidence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Azure Language SDK — the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TextAnalyticsClient(endpoint, AzureKeyCredential(key)) — the client object lets code talk to the service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Submit a collection of documents for analysis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detect_language() → language name + ISO 639-1 code + confidence score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recognize_pii_entities() → redacted text + entities + confidence per entity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recognize_entities(), extract_key_phrases(), analyze_sentiment()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Deterministic: the same input returns the same structured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Azure Language in an agent (MCP)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Model Context Protocol (MCP) exposes Azure Language capabilities to agents as tools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Connect the MCP server to your agent — specify the Foundry resource and credentials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Approve tool access: one-time, always for this tool, or always for all tools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The MCP server complements the agent's model — it does not replace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TF-IDF = importance of a word in a document vs the collection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Deterministic structured output + confidence scores → Azure Language, not an LLM prompt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PII redaction for regulated data is an Azure Language strength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MCP = the bridge that lets agents call Azure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Next: Module 4 — AI speech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