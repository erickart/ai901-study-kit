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600" b="0">
                <a:solidFill>
                  <a:srgbClr val="9FC4E8"/>
                </a:solidFill>
                <a:latin typeface="Segoe UI"/>
              </a:rPr>
              <a:t>MODULE 6</a:t>
            </a:r>
          </a:p>
          <a:p>
            <a:pPr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Information Extraction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C9DCF0"/>
                </a:solidFill>
                <a:latin typeface="Segoe UI"/>
              </a:rPr>
              <a:t>OCR · field mapping · Azure Content Understanding · audio &amp; video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E9AB8"/>
                </a:solidFill>
                <a:latin typeface="Segoe UI"/>
              </a:rPr>
              <a:t>AI-901 Faculty Study Kit · original content from public Microsoft Learn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What is information extraction?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Analyzing unstructured content to identify and extract relevant fields and values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Sources: documents &amp; emails, business cards &amp; receipts, invoices &amp; contracts, images, audio, video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Example: photo of a receipt → vendor, date and amount pre-filled into an expense claim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Not the same as querying a database or copying files — the content starts unstructured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OCR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cr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5064"/>
            <a:ext cx="11094415" cy="4067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Acquisition → pre-processing → text-region detection → character recognition → text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Field extraction &amp;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eld-ex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5064"/>
            <a:ext cx="11094415" cy="4067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OCR ingestion → field detection → schema mapping → normalization → business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Generative AI in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Semantic language models match extracted values to data fields accurately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Replaces hand-coded extraction rules per document type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Normalization standardizes values: $20 → 20.00, 01/01/2025 → 2025-01-01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Azure Content Understanding in Foundry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Key advantage over plain OCR: understands document structure and maps data to a defined schema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Analyzer = defines how content is processed and what structured data is returned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Predefined analyzers — invoices, receipts, contracts, post-call recordings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Custom analyzers — define your own schema from sample documents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Results returned as JSON via the REST API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Python SDK flow is asynchronous: submit content → poll a URL until the job completes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Audio &amp; video 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Post-call analysis for contact centers (topics, sentiment, speakers)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Voice-message automation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Video call transcription and summary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Video recording analysis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Same analyzer concept — predefined or custom — applied to media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Summary &amp; exam pointers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OCR = images of text → machine-readable text; Content Understanding adds schema &amp; structure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Analyzer defines processing + output schema; confidence scores per field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SDK results are polled, not returned inline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You have now covered 100% of the AI-901 syllabus — go take the mock exams!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B"/>
                </a:solidFill>
                <a:latin typeface="Segoe UI"/>
              </a:rPr>
              <a:t>➜ Finish: run Quiz 6A/6B, then Final Mock Exams 1 &amp; 2 in the portal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