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sz="1600" b="0">
                <a:solidFill>
                  <a:srgbClr val="9FC4E8"/>
                </a:solidFill>
                <a:latin typeface="Segoe UI"/>
              </a:rPr>
              <a:t>MODULE 1</a:t>
            </a:r>
          </a:p>
          <a:p>
            <a:pPr>
              <a:spcAft>
                <a:spcPts val="14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AI Concepts &amp; Getting Started with AI in Azure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C9DCF0"/>
                </a:solidFill>
                <a:latin typeface="Segoe UI"/>
              </a:rPr>
              <a:t>Workloads · Responsible AI · Azure · Microsoft Foundry · Endpoints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035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E9AB8"/>
                </a:solidFill>
                <a:latin typeface="Segoe UI"/>
              </a:rPr>
              <a:t>AI-901 Faculty Study Kit · original content from public Microsoft Learn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What is artificial intelligence?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Software that imitates human capabilities: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B6B7B"/>
                </a:solidFill>
                <a:latin typeface="Segoe UI"/>
              </a:rPr>
              <a:t>– predict outcomes and recognize patterns from historic data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B6B7B"/>
                </a:solidFill>
                <a:latin typeface="Segoe UI"/>
              </a:rPr>
              <a:t>– evaluate content, make decisions, take appropriate action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B6B7B"/>
                </a:solidFill>
                <a:latin typeface="Segoe UI"/>
              </a:rPr>
              <a:t>– understand language and hold conversations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B6B7B"/>
                </a:solidFill>
                <a:latin typeface="Segoe UI"/>
              </a:rPr>
              <a:t>– interpret visual input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B6B7B"/>
                </a:solidFill>
                <a:latin typeface="Segoe UI"/>
              </a:rPr>
              <a:t>– extract information from sources to gain knowledge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Machine learning — models mapping input to output, f(x) = y — underpins all of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Five common AI workloads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-worklo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503" y="1417320"/>
            <a:ext cx="9760688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17220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5B6B7B"/>
                </a:solidFill>
                <a:latin typeface="Segoe UI"/>
              </a:rPr>
              <a:t>Generative AI &amp; agents · text &amp; language · speech · vision · information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Responsible AI — six principles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ponsible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477" y="1417320"/>
            <a:ext cx="1049274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17220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5B6B7B"/>
                </a:solidFill>
                <a:latin typeface="Segoe UI"/>
              </a:rPr>
              <a:t>Fairness · Reliability &amp; safety · Privacy &amp; security · Inclusiveness · Transparency · Accountability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Responsible AI — scenario keywords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Bias against a group of people → Fairness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Rigorous testing; safe operation within limits → Reliability &amp; safety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Personal / sensitive data protection → Privacy &amp; security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Serving people of all abilities → Inclusiveness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Users understand purpose, behavior, limitations → Transparency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Humans remain answerable; governance &amp; override → Accountability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Microsoft Azure — organizational hierarchy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zure-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787" y="1417320"/>
            <a:ext cx="9124121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17220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5B6B7B"/>
                </a:solidFill>
                <a:latin typeface="Segoe UI"/>
              </a:rPr>
              <a:t>Tenant (security, Entra ID) → Subscription (billing) → Resource group → Resources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Microsoft Foundry — resource, project &amp; assets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oundry-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787" y="1417320"/>
            <a:ext cx="9124121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17220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5B6B7B"/>
                </a:solidFill>
                <a:latin typeface="Segoe UI"/>
              </a:rPr>
              <a:t>Projects are isolated work environments containing Models, Agents, Tools and Knowledge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Foundry is built on Azure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Foundry uses Azure compute, networking, identity and security to host AI applications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It does not run independently of Azure, and it does not replace Azure services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A Foundry resource provides compute, storage and model delivery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Projects isolate development work; assets = models, agents, tools, knowledge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Endpoints, keys and SDKs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oundry-end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503" y="1417320"/>
            <a:ext cx="9760688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17220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5B6B7B"/>
                </a:solidFill>
                <a:latin typeface="Segoe UI"/>
              </a:rPr>
              <a:t>Endpoint = URL to call a deployed model · key or Entra ID token authenticates the request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Summary &amp; exam pointers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Tenant = security boundary; subscription = billing boundary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Generative AI = language model creating original content from a prompt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AI agent = an application that performs tasks on behalf of a user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Endpoint answers 'where'; key/token answers 'may I' — keys never store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8076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5CAB"/>
                </a:solidFill>
                <a:latin typeface="Segoe UI"/>
              </a:rPr>
              <a:t>➜ Next: Module 2 — Generative AI and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