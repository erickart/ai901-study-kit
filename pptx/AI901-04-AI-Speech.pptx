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MODULE 4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AI Speech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Speech-to-text · text-to-speech · Speech SDK · Voice Live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Speech-enabled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Speech recognition = speech-to-text (STT): audio file / stream / microphone → transcription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Customer support, voice assistants, automatic subtitles, meeting transcription, clinical notes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Speech synthesis = text-to-speech (TTS): text → audio waveform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Conversational AI, screen readers, notifications, e-learning, game character voices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Accessibility appears on both sides: captions = STT, screen readers = TTS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Speech recognition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ech-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Capture → feature extraction → acoustic model (phonemes) → language model (words) → post-processing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Speech synthesis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ech-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5064"/>
            <a:ext cx="11094415" cy="406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B6B7B"/>
                </a:solidFill>
                <a:latin typeface="Segoe UI"/>
              </a:rPr>
              <a:t>Text → normalization → phonemes → prosody (natural cadence) → waveform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Pipeline vocabulary — exam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Pre-processing extracts feature vectors from the waveform (noise removed, never added)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Phoneme — the smallest unit of sound in speech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Acoustic model maps features → phonemes; language model picks the most probable words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Normalization (TTS) expands 'Dr.' → 'doctor', '3:00pm' → 'three o'clock P M'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Prosody = pitch, rhythm, timbre → natural pronunciation and cadence (not volume, not translation)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Azure Speech in Foundry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Portal playground — real-time transcription, language ID, speaker diarization; voice tuning for TTS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Azure Speech SDK — put speech recognition/synthesis directly into application code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STT: SpeechConfig(key, endpoint) + AudioConfig(file) → SpeechRecognizer → recognize_once_async()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TTS: set speech_synthesis_voice_name → SpeechSynthesizer → speak_text_async()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No AudioConfig needed for default speaker output (use one for file output)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SDK handles authentication, network communication and audio generation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MCP server exposes speech capabilities to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Voice Live — speech-capable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Real-time spoken conversation with a generative model that has instructions and tools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Continuous conversation flow with interruption handling and background-noise reduction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Experiment in the Foundry portal playground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Build clients with the Voice Live SDK (azure-ai-voicelive): opens a real-time connection, streams audio, handles spoken responses &amp; interruptions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STT pipeline order: capture → features → acoustic → language → post-processing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Phonemes = smallest units of sound; prosody = natural cadence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SDK vs playground: the SDK is how speech gets into your application code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Voice Live = real-time voice agents with interruption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Next: Module 5 — Computer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