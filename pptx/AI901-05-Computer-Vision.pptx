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600" b="0">
                <a:solidFill>
                  <a:srgbClr val="9FC4E8"/>
                </a:solidFill>
                <a:latin typeface="Segoe UI"/>
              </a:rPr>
              <a:t>MODULE 5</a:t>
            </a:r>
          </a:p>
          <a:p>
            <a:pPr>
              <a:spcAft>
                <a:spcPts val="14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Computer Vision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C9DCF0"/>
                </a:solidFill>
                <a:latin typeface="Segoe UI"/>
              </a:rPr>
              <a:t>Vision tasks · CNNs &amp; ViTs · multimodal analysis · image &amp; video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035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E9AB8"/>
                </a:solidFill>
                <a:latin typeface="Segoe UI"/>
              </a:rPr>
              <a:t>AI-901 Faculty Study Kit · original content from public Microsoft Learn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Computer vision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sion-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420" y="1417320"/>
            <a:ext cx="9538854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7220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B6B7B"/>
                </a:solidFill>
                <a:latin typeface="Segoe UI"/>
              </a:rPr>
              <a:t>Classification (one label) · detection (boxes) · segmentation (pixels) · contextual analysis (description)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Vision fundamentals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Computer vision manipulates and analyzes pixel values — not metadata or file names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Classification: one label for the whole image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Object detection: bounding box + class for each object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Semantic segmentation: classify every pixel — exact outlines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Contextual analysis: natural-language description of the scene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Vision models — CNN vs Vision Transformer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nn-v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852" y="1417320"/>
            <a:ext cx="8929991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7220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B6B7B"/>
                </a:solidFill>
                <a:latin typeface="Segoe UI"/>
              </a:rPr>
              <a:t>CNN filters extract numeric features; ViTs apply attention to image patches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Multimodal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Understand and work with more than one data type — e.g. an image plus a text question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ViTs use cross-modal attention to combine visual and language vector spaces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Analyze images through the OpenAI API multi-part content structure: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content = [{type: input_text, …}, {type: input_image, image_url: …}]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images can be URLs or base64-encoded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Image generation — diffusion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f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15064"/>
            <a:ext cx="11094415" cy="4067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7220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B6B7B"/>
                </a:solidFill>
                <a:latin typeface="Segoe UI"/>
              </a:rPr>
              <a:t>Train by adding noise to labeled images; generate by denoising random pixels toward the prompt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Image &amp; video generation in Foundry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Image generation: search the catalog for 'text to image' inference-task models (e.g. gpt-image family)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Generate programmatically by sending prompts through the OpenAI Responses API to your deployed model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Video generation: 'video generation' task models (e.g. sora family)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Video runs as an asynchronous job — resource-intensive and slow, so you submit then poll for completion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Summary &amp; exam pointers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Task discriminators: locate → detection; per-pixel → segmentation; describe → contextual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CNN filters extract numeric features (not visual effects)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Multimodal = multiple input types in one prompt; images via URL or base64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sora video jobs are asynchronous because generation takes time and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5CAB"/>
                </a:solidFill>
                <a:latin typeface="Segoe UI"/>
              </a:rPr>
              <a:t>➜ Next: Module 6 — Information extraction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